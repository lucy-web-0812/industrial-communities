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3B609F-CB4C-EDE2-2F16-71F61A35D1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D19963-BA8F-D1BA-52CA-3D1639B15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6943C0-4D68-A301-8437-13B8124617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0F404A-A5CE-1231-2CB2-47A0596015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CA870E-9468-A7AB-C184-CDA805B1B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1186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EF2360-DF28-5FB2-5D2F-070EB8D2A0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D5F0A-2718-B3C2-4BD5-C06A1791BF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653F9D-3802-0C40-DC2F-2502549788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70835F-E344-02B6-CC1C-2CEB52E62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956E5B-D389-FF4B-AC2C-1AE0ED4CA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0297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86C9C1-EA04-1583-AA5F-123366C5FE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D4D2AF-944A-234B-549B-13611EDE8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618DB8-93CE-7A4E-CE9D-3FD3DD0A0F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EEA29-DE06-8A9C-5BC6-C3EE0147B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8AC788-774F-4C10-26B6-6F55863BA5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4122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5FD1C-7CF3-4980-7CD2-DED84C5A29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C75ECA-BD78-AFE8-DDCA-5A3940C489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1F6971-70C6-F663-4761-222E858A20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4E0A90E-D7FA-457E-7F67-F7323DC8C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C2173B-327E-9A2D-5AEC-9B5F213BB2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702EB0-6C85-DAB7-4157-7A13B5826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935815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E92B8A-0378-D765-3575-A3918971C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65A5506-D450-A53D-B8F7-6F7B999C95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F3A02FF-4D5C-6536-2AB4-EE63BB85B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E3B4D4-FC27-86FD-B3F2-73893699B1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4CCA5C-2DBA-BFC7-2442-6B969B144B0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99F54F4-2BCD-FC78-6702-332978042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BE44A3-E12F-BFB6-A956-2CC5F58AD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60A32F-ED3E-5B03-30B4-7F180575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8515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2F61E-C31A-EA80-8E43-3AF1DDC3DB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39E5E88-3727-13B0-EE98-F9EAE33437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8D2BAB-629D-F6B0-8067-4E5AD1020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C3C8569-4596-BEC6-8B1A-E6B528159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6356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FE86E6-6A7B-FF23-4122-5E15612F9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87D8383-9C9C-FA4E-A3FB-ED94C8000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B0FB165-55E4-6CA1-045F-20743E419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2866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B97D0E-B03C-C0B3-1F29-0271B829AD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B360B9-6F0E-632C-0D1F-4827F39915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B7CDB0B-48F2-E6D6-F64C-39942DD67B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EF2F85-D2E2-DAD7-592A-D8E984D1CF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077CCC-60FD-E05E-28DF-CABCD27D7B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CD449A-13EC-CDB2-2298-6BBA9E3144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68016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E8D39F-B166-4608-C20D-BAD8FAC8D0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B468F1-73D2-D4D7-21EF-71E4C0D4F5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9E5FB3-F065-FF86-572E-9B1685EB6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D6FBA2-4301-AEC1-3B83-E9F9AA947B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AEC45A-FAB3-9A1B-57B1-978A34490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185C55-84F8-FA5A-0C6D-B958503118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44846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7DDC37-42C8-7582-D793-289606E00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9634789-D8DD-F8D9-C6B4-E97ACB6422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E673DA-0045-B103-A369-49180DBF98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95AC55-E4DC-C3B7-4DEC-618EED849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1E96C3-666B-113F-573D-97D0ED301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042699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F863A4-A6A7-DC78-EDB8-A8DCFC9493E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28A977-5339-AF84-BB08-D9CAE1FCB7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78AD17-F8D8-A0AA-A0ED-D3A7C9A90D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3576CE-C835-D4AD-B46C-422CFD299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7E598E-8A44-F43A-0C60-75863A0D47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298705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EAEFBC-589B-3647-4241-873183C40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7248CF-0CEA-6DE0-03DB-2B13378D75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E33521-B11F-37D5-A12A-FCA824B630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F3A7B0-72B6-4212-81DF-C9AB67C34522}" type="datetimeFigureOut">
              <a:rPr lang="en-GB" smtClean="0"/>
              <a:t>29/07/2026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9B5BA-72F0-0D16-C176-4F816D5B5AD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D34F56-F20E-FE71-B582-DA890D8F64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77E9C5-013A-41D5-9FCF-B1D310247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306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3BEC3-01D0-D099-7D41-FBB764B03C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Benzene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A27C1B9-C813-5B60-6F99-5FBF342E8DE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6211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B166860-9097-7F56-0DA7-3C127C58FC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655" y="461950"/>
            <a:ext cx="10354979" cy="62209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FA6032F-E8E4-2183-E06D-98A6144D93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A415BD-56CE-81B9-1007-F3C2FCBA2449}"/>
              </a:ext>
            </a:extLst>
          </p:cNvPr>
          <p:cNvSpPr txBox="1"/>
          <p:nvPr/>
        </p:nvSpPr>
        <p:spPr>
          <a:xfrm>
            <a:off x="10015437" y="603115"/>
            <a:ext cx="2041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~8% of emissions from point sources</a:t>
            </a:r>
          </a:p>
        </p:txBody>
      </p:sp>
    </p:spTree>
    <p:extLst>
      <p:ext uri="{BB962C8B-B14F-4D97-AF65-F5344CB8AC3E}">
        <p14:creationId xmlns:p14="http://schemas.microsoft.com/office/powerpoint/2010/main" val="544102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BE3E9A-80E2-BC0E-2003-141396F361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C406C04C-B7BE-B0B5-C2DE-2BAA370CA87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0664" y="677775"/>
            <a:ext cx="10028115" cy="6024582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7F9F62B-136D-0390-656A-2CD638EB9F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Basics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16C64C-B693-894A-5BEF-4E38EC220EC1}"/>
              </a:ext>
            </a:extLst>
          </p:cNvPr>
          <p:cNvSpPr txBox="1"/>
          <p:nvPr/>
        </p:nvSpPr>
        <p:spPr>
          <a:xfrm>
            <a:off x="10015437" y="603115"/>
            <a:ext cx="204170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~8% of emissions from point sources</a:t>
            </a:r>
          </a:p>
        </p:txBody>
      </p:sp>
    </p:spTree>
    <p:extLst>
      <p:ext uri="{BB962C8B-B14F-4D97-AF65-F5344CB8AC3E}">
        <p14:creationId xmlns:p14="http://schemas.microsoft.com/office/powerpoint/2010/main" val="3125770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14A6DD6-CB8F-EB33-53D6-83156D328DE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8705" y="515566"/>
            <a:ext cx="9949428" cy="59773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F313A58-6BD0-DCEF-2A95-E223CAAF5777}"/>
              </a:ext>
            </a:extLst>
          </p:cNvPr>
          <p:cNvSpPr txBox="1"/>
          <p:nvPr/>
        </p:nvSpPr>
        <p:spPr>
          <a:xfrm>
            <a:off x="6434037" y="365125"/>
            <a:ext cx="2929038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Top 10 sources contribute 55% of total point source emissions – 439 tonnes. </a:t>
            </a:r>
          </a:p>
        </p:txBody>
      </p:sp>
    </p:spTree>
    <p:extLst>
      <p:ext uri="{BB962C8B-B14F-4D97-AF65-F5344CB8AC3E}">
        <p14:creationId xmlns:p14="http://schemas.microsoft.com/office/powerpoint/2010/main" val="24071888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AABEB5-1B8E-48CC-9986-049515E1C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45C0F2-D5AA-F6A8-B8D9-7DA8C7C9DF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2227" y="83153"/>
            <a:ext cx="11276956" cy="677484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A2BD9956-4F48-5E57-16FF-C98C8F8A1E79}"/>
              </a:ext>
            </a:extLst>
          </p:cNvPr>
          <p:cNvSpPr txBox="1"/>
          <p:nvPr/>
        </p:nvSpPr>
        <p:spPr>
          <a:xfrm>
            <a:off x="7681812" y="365125"/>
            <a:ext cx="2929038" cy="1477328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GB" dirty="0"/>
              <a:t>Filtered all sources to retain emissions within a 10km radius of these top 10 sources. Forms 8 cluster areas. </a:t>
            </a:r>
          </a:p>
        </p:txBody>
      </p:sp>
    </p:spTree>
    <p:extLst>
      <p:ext uri="{BB962C8B-B14F-4D97-AF65-F5344CB8AC3E}">
        <p14:creationId xmlns:p14="http://schemas.microsoft.com/office/powerpoint/2010/main" val="1638418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B83D38F-2D04-A72C-39C4-736C6192350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8869" y="112205"/>
            <a:ext cx="10694261" cy="6424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74693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3ADFE9EC-F58D-D2DF-A784-16536654A6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393" r="15411"/>
          <a:stretch>
            <a:fillRect/>
          </a:stretch>
        </p:blipFill>
        <p:spPr>
          <a:xfrm>
            <a:off x="3677055" y="378163"/>
            <a:ext cx="7334656" cy="61016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AA26506-E95C-31C5-EAF9-6DA926BCE03F}"/>
              </a:ext>
            </a:extLst>
          </p:cNvPr>
          <p:cNvSpPr txBox="1"/>
          <p:nvPr/>
        </p:nvSpPr>
        <p:spPr>
          <a:xfrm>
            <a:off x="262647" y="515566"/>
            <a:ext cx="3511685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ADMS Modelling:</a:t>
            </a:r>
          </a:p>
          <a:p>
            <a:r>
              <a:rPr lang="en-GB" dirty="0"/>
              <a:t>South Killingholme and Lindsey Oil Refinery</a:t>
            </a:r>
          </a:p>
          <a:p>
            <a:endParaRPr lang="en-GB" dirty="0"/>
          </a:p>
          <a:p>
            <a:r>
              <a:rPr lang="en-GB" dirty="0"/>
              <a:t>Annual emissions from NAEI averaged over the year as a constant emission rate.</a:t>
            </a:r>
          </a:p>
          <a:p>
            <a:endParaRPr lang="en-GB" dirty="0"/>
          </a:p>
          <a:p>
            <a:r>
              <a:rPr lang="en-GB" dirty="0"/>
              <a:t>Weather from met station approx. 8km away. </a:t>
            </a:r>
          </a:p>
          <a:p>
            <a:endParaRPr lang="en-GB" dirty="0"/>
          </a:p>
          <a:p>
            <a:r>
              <a:rPr lang="en-GB" dirty="0"/>
              <a:t>Combine with IMD, population density etc. </a:t>
            </a:r>
          </a:p>
        </p:txBody>
      </p:sp>
    </p:spTree>
    <p:extLst>
      <p:ext uri="{BB962C8B-B14F-4D97-AF65-F5344CB8AC3E}">
        <p14:creationId xmlns:p14="http://schemas.microsoft.com/office/powerpoint/2010/main" val="30915794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9E788-939B-D23B-64E8-2A5C5C6233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Monitoring Sites </a:t>
            </a:r>
          </a:p>
        </p:txBody>
      </p:sp>
    </p:spTree>
    <p:extLst>
      <p:ext uri="{BB962C8B-B14F-4D97-AF65-F5344CB8AC3E}">
        <p14:creationId xmlns:p14="http://schemas.microsoft.com/office/powerpoint/2010/main" val="12995492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8440</TotalTime>
  <Words>97</Words>
  <Application>Microsoft Office PowerPoint</Application>
  <PresentationFormat>Widescreen</PresentationFormat>
  <Paragraphs>16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Aptos Display</vt:lpstr>
      <vt:lpstr>Arial</vt:lpstr>
      <vt:lpstr>Office Theme</vt:lpstr>
      <vt:lpstr>Benzene</vt:lpstr>
      <vt:lpstr>Basics</vt:lpstr>
      <vt:lpstr>Basics</vt:lpstr>
      <vt:lpstr>PowerPoint Presentation</vt:lpstr>
      <vt:lpstr>PowerPoint Presentation</vt:lpstr>
      <vt:lpstr>PowerPoint Presentation</vt:lpstr>
      <vt:lpstr>PowerPoint Presentation</vt:lpstr>
      <vt:lpstr>Monitoring Sites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Lucy Webster</dc:creator>
  <cp:lastModifiedBy>Lucy Webster</cp:lastModifiedBy>
  <cp:revision>8</cp:revision>
  <dcterms:created xsi:type="dcterms:W3CDTF">2026-07-29T12:38:56Z</dcterms:created>
  <dcterms:modified xsi:type="dcterms:W3CDTF">2026-08-04T09:19:30Z</dcterms:modified>
</cp:coreProperties>
</file>